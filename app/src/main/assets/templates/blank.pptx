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png" ContentType="image/png"/>
  <Default Extension="rels" ContentType="application/vnd.openxmlformats-package.relationships+xml"/>
  <Default Extension="jpeg" ContentType="image/jpeg"/>
  <Default Extension="bin" ContentType="application/vnd.openxmlformats-officedocument.oleObject"/>
  <Override PartName="/ppt/slides/slide1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9144000" cy="5143500" type="screen16x9"/>
  <p:notesSz cx="6858000" cy="9144000"/>
  <p:defaultTextStyle>
    <a:defPPr>
      <a:defRPr lang="en-US"/>
    </a:defPPr>
    <a:lvl1pPr marL="0" algn="l" defTabSz="685800" rtl="0">
      <a:defRPr sz="135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>
      <a:defRPr sz="135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>
      <a:defRPr sz="135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>
      <a:defRPr sz="135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>
      <a:defRPr sz="135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>
      <a:defRPr sz="135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>
      <a:defRPr sz="135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>
      <a:defRPr sz="135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>
      <a:defRPr sz="135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32" d="100"/>
          <a:sy n="132" d="100"/>
        </p:scale>
        <p:origin x="438" y="120"/>
      </p:cViewPr>
      <p:guideLst>
        <p:guide pos="2880"/>
        <p:guide pos="162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73979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6002337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11/1/2013</a:t>
            </a:fld>
            <a:endParaRPr lang="en-US"/>
          </a:p>
        </p:txBody>
      </p:sp>
      <p:sp>
        <p:nvSpPr>
          <p:cNvPr id="156039041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2434255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3190818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1794257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>
      <a:defRPr sz="9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>
      <a:defRPr sz="9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>
      <a:defRPr sz="9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>
      <a:defRPr sz="9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>
      <a:defRPr sz="9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>
      <a:defRPr sz="9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>
      <a:defRPr sz="9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>
      <a:defRPr sz="9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>
      <a:defRPr sz="9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82911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45595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173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194793" name="Title 1"/>
          <p:cNvSpPr>
            <a:spLocks noGrp="1"/>
          </p:cNvSpPr>
          <p:nvPr>
            <p:ph type="ctrTitle"/>
          </p:nvPr>
        </p:nvSpPr>
        <p:spPr bwMode="auto"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8342953" name="Subtitle 2"/>
          <p:cNvSpPr>
            <a:spLocks noGrp="1"/>
          </p:cNvSpPr>
          <p:nvPr>
            <p:ph type="subTitle" idx="1"/>
          </p:nvPr>
        </p:nvSpPr>
        <p:spPr bwMode="auto"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974337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10/1/2026</a:t>
            </a:fld>
            <a:endParaRPr lang="en-US"/>
          </a:p>
        </p:txBody>
      </p:sp>
      <p:sp>
        <p:nvSpPr>
          <p:cNvPr id="18290273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10136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827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5154559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72703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10/1/2026</a:t>
            </a:fld>
            <a:endParaRPr lang="en-US"/>
          </a:p>
        </p:txBody>
      </p:sp>
      <p:sp>
        <p:nvSpPr>
          <p:cNvPr id="4050935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15424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725433" name="Title 1"/>
          <p:cNvSpPr>
            <a:spLocks noGrp="1"/>
          </p:cNvSpPr>
          <p:nvPr>
            <p:ph type="title"/>
          </p:nvPr>
        </p:nvSpPr>
        <p:spPr bwMode="auto"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211474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023804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10/1/2026</a:t>
            </a:fld>
            <a:endParaRPr lang="en-US"/>
          </a:p>
        </p:txBody>
      </p:sp>
      <p:sp>
        <p:nvSpPr>
          <p:cNvPr id="21106495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06759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4693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5323769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28650" y="1369218"/>
            <a:ext cx="3886200" cy="326350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318742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29150" y="1369218"/>
            <a:ext cx="3886200" cy="326350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760214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10/1/2026</a:t>
            </a:fld>
            <a:endParaRPr lang="en-US"/>
          </a:p>
        </p:txBody>
      </p:sp>
      <p:sp>
        <p:nvSpPr>
          <p:cNvPr id="171368087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48725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505300" name="Title 1"/>
          <p:cNvSpPr>
            <a:spLocks noGrp="1"/>
          </p:cNvSpPr>
          <p:nvPr>
            <p:ph type="title"/>
          </p:nvPr>
        </p:nvSpPr>
        <p:spPr bwMode="auto">
          <a:xfrm>
            <a:off x="629841" y="273844"/>
            <a:ext cx="7886700" cy="99417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760775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0188821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9842" y="1878806"/>
            <a:ext cx="3868340" cy="2763441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11518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0398339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29150" y="1878806"/>
            <a:ext cx="3887391" cy="2763441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4896726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10/1/2026</a:t>
            </a:fld>
            <a:endParaRPr lang="en-US"/>
          </a:p>
        </p:txBody>
      </p:sp>
      <p:sp>
        <p:nvSpPr>
          <p:cNvPr id="127498659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345762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743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3633443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10/1/2026</a:t>
            </a:fld>
            <a:endParaRPr lang="en-US"/>
          </a:p>
        </p:txBody>
      </p:sp>
      <p:sp>
        <p:nvSpPr>
          <p:cNvPr id="100985391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503175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916214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10/1/2026</a:t>
            </a:fld>
            <a:endParaRPr lang="en-US"/>
          </a:p>
        </p:txBody>
      </p:sp>
      <p:sp>
        <p:nvSpPr>
          <p:cNvPr id="130771741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114915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598082" name="Title 1"/>
          <p:cNvSpPr>
            <a:spLocks noGrp="1"/>
          </p:cNvSpPr>
          <p:nvPr>
            <p:ph type="title"/>
          </p:nvPr>
        </p:nvSpPr>
        <p:spPr bwMode="auto"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2825409" name="Content Placeholder 2"/>
          <p:cNvSpPr>
            <a:spLocks noGrp="1"/>
          </p:cNvSpPr>
          <p:nvPr>
            <p:ph idx="1"/>
          </p:nvPr>
        </p:nvSpPr>
        <p:spPr bwMode="auto"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3855527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0148620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10/1/2026</a:t>
            </a:fld>
            <a:endParaRPr lang="en-US"/>
          </a:p>
        </p:txBody>
      </p:sp>
      <p:sp>
        <p:nvSpPr>
          <p:cNvPr id="93864100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281129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2980260" name="Title 1"/>
          <p:cNvSpPr>
            <a:spLocks noGrp="1"/>
          </p:cNvSpPr>
          <p:nvPr>
            <p:ph type="title"/>
          </p:nvPr>
        </p:nvSpPr>
        <p:spPr bwMode="auto"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461677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0733474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0920336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10/1/2026</a:t>
            </a:fld>
            <a:endParaRPr lang="en-US"/>
          </a:p>
        </p:txBody>
      </p:sp>
      <p:sp>
        <p:nvSpPr>
          <p:cNvPr id="108970554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449894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3551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311492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883954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10/1/2026</a:t>
            </a:fld>
            <a:endParaRPr lang="en-US"/>
          </a:p>
        </p:txBody>
      </p:sp>
      <p:sp>
        <p:nvSpPr>
          <p:cNvPr id="15585636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55551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714114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543675" y="273844"/>
            <a:ext cx="1971675" cy="4358879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685572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28650" y="273844"/>
            <a:ext cx="5800725" cy="4358879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856751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10/1/2026</a:t>
            </a:fld>
            <a:endParaRPr lang="en-US"/>
          </a:p>
        </p:txBody>
      </p:sp>
      <p:sp>
        <p:nvSpPr>
          <p:cNvPr id="10868120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42227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571358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770580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3434508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10/1/2026</a:t>
            </a:fld>
            <a:endParaRPr lang="en-US"/>
          </a:p>
        </p:txBody>
      </p:sp>
      <p:sp>
        <p:nvSpPr>
          <p:cNvPr id="42343315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2951326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>
        <a:lnSpc>
          <a:spcPct val="90000"/>
        </a:lnSpc>
        <a:spcBef>
          <a:spcPts val="750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>
        <a:lnSpc>
          <a:spcPct val="90000"/>
        </a:lnSpc>
        <a:spcBef>
          <a:spcPts val="375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>
        <a:lnSpc>
          <a:spcPct val="90000"/>
        </a:lnSpc>
        <a:spcBef>
          <a:spcPts val="375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121523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9806712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ONLYOFFICE/2.5.565.0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Teamlab Office Presentation</dc:title>
  <dc:creator>User</dc:creator>
  <cp:lastModifiedBy>Guest</cp:lastModifiedBy>
  <cp:revision>7</cp:revision>
  <dcterms:created xsi:type="dcterms:W3CDTF">2012-12-03T06:56:55Z</dcterms:created>
  <dcterms:modified xsi:type="dcterms:W3CDTF">2026-10-01T12:15:11Z</dcterms:modified>
</cp:coreProperties>
</file>